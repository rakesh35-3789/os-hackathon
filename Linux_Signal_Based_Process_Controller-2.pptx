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44"/>
  </p:notesMasterIdLst>
  <p:sldIdLst>
    <p:sldId id="278" r:id="rId4"/>
    <p:sldId id="279" r:id="rId5"/>
    <p:sldId id="281" r:id="rId7"/>
    <p:sldId id="301" r:id="rId8"/>
    <p:sldId id="32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7982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05:20:12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7 12427,'-9'2'-8,"9"-4"-8,0-2 16,0 1-656,-2 3-825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BFE26-263D-48A9-A9AB-F09115B409E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2C48-A64F-4203-8A5A-903F387A7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00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82C48-A64F-4203-8A5A-903F387A797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924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4A97-0DF6-779E-06F3-02461C7BA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8B4A5-057B-6007-0907-7C1BCF529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7D8E3-2F55-5389-C47B-DCC163E4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D2641-F968-A393-2B3E-69912BD8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D31FA-C9CE-D652-B673-24FD1C1A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914DB20-5714-3EC4-E483-9EFAC26F19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36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1638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43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4018FFBB-4479-A913-ACB7-5DE8E1C016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765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B3970416-2496-AFE0-E867-DCDA2C0DAD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666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3">
            <a:extLst>
              <a:ext uri="{FF2B5EF4-FFF2-40B4-BE49-F238E27FC236}">
                <a16:creationId xmlns:a16="http://schemas.microsoft.com/office/drawing/2014/main" id="{2C545D21-4918-A761-D252-CA6D1E3401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793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4F16A0-3EF5-6890-D53C-3C2E702895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8C5E5-D60B-563F-85C2-B2E35104C6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2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F19D51C-ACC3-7336-F34E-BBDC73382B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2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3216595-6F1D-C755-1579-EB99760DBE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31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A8E5C46-FEB0-35B4-5825-B3B1EC7056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24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78252C6-1B99-55F0-AB4E-6D602F6DD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04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DDBC-5014-B506-215D-75D35A62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E425-7734-612F-2440-FAD31279C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2044-0B29-114D-D866-E1A88588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E115A-2373-C075-035F-C5037D64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BDE0B-BFF7-E76F-E7FD-8E34449E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29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FD89-B6C6-9C12-F30A-09645BCA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AA439-D146-EAD9-2C8F-6F6248372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AEA0E-CFC9-35A4-833A-CA2F35EA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7A805-263D-CF9E-B818-D73B4F1B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F665A-B7DD-7D44-565D-40C71D71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586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69DF-252C-1EA9-A477-AF4EA3B5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A94F-B92C-F979-2C87-034C957E2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45A64-EBF6-D81E-D130-FFC5750E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0B9C2-67A7-ED91-C686-A4DF1A00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E68CE-7554-824B-4BAC-7ED9CF2E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CCC8C-E25B-833A-857B-9025EB8D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41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FF15D-5FD1-CCE1-E956-83179E3C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6E80A-D414-01B2-8447-AA933423A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A0C1A-0EDA-1BD2-042C-AB4C04B60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EACE3-434C-A147-1207-C52FABE66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4C511-E46F-CF96-C329-F3934A921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18939-2FA1-B277-1D6D-23B3313D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3376-D0ED-47BA-A55A-52F07AA4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93F8BE-8C44-AC80-0678-5D3F5F9C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9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F6C2-2F66-B3DA-0D31-D7F531B3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8064E-3A7F-51CF-F8F6-B9F1A87C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66A4C-5608-2D2C-BE9F-36671D1F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E0ABC-FA50-CF1F-ADBD-45A239B2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37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807B7-4DA6-6DEE-999B-06D9D02D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9C977-8114-572A-E0D9-4F76A0F3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0FFF-E355-B9BB-A0F6-0437FA20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14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76511-701B-E4DB-E9DE-58224561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8344-5453-C1EC-7EA1-56D4F73CC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FF3DA-8AB3-6EC3-E801-6C8B23FCF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3DC7C-B70F-34F9-0354-D34A7062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E7CC8-111D-4A7E-75D3-F51C5774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A0A19-73C4-4E15-1C37-813E5058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583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88A9-EE7A-7E19-F04B-E3092E6D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EB8E1-817A-6502-0885-1ADB73181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2714-A8F7-17DE-9E7E-F769676E3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34F4E-8F00-A361-2179-1B6D1A25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D03CC-697D-5A0E-7514-3B7B0568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EF0E-90D8-0DA2-9BA8-2C366130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259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1BE7-6D75-7323-CB8C-609420F7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70E6F-DB52-7FCA-AFAE-672CD9F21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9ED5-F310-0603-628A-31CF0AFA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EFF7-4EDD-DD86-9114-8B930AF3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F94D2-37AE-F450-48E3-5D801F78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65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E3361-8D92-25BE-F66D-7BF1CA191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D587D-C137-7B90-3651-C812C544F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3DED5-757C-B293-132C-4BF9A9A9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98A01-15F6-9191-FE12-80DA684C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920B1-9450-87F8-002D-258F2CAF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571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EDDB-3658-E740-5E5E-1A0CE470F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C7E79-05D1-4E41-CF6F-863B8CB3A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D3C92-E460-4F95-ABFA-909AEA2D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80846-9B23-BFB1-660C-708DE4D7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60ACD-0110-0B87-E75A-48BCB070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3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F40C-264E-B5B2-35E5-FDFF3F26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E5A1-01F1-87EA-D094-E1B68556D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B08B-9BA7-B6DB-1602-4872E00F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803EA-D8DA-CC8A-6C31-D89C31F35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80004-8043-5486-A40B-F3A7E6BA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2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BDF0-0884-C4AB-8C8B-773FDA96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829E2-1352-4AE6-0816-A5E6EA3D2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9CF58-4389-5717-CB0F-D70653F9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EC75-5E8B-650D-4B58-31F16DB6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887B-2A27-695F-2D27-9C40BEE7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81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A822-6DD2-C3B6-990D-176DD1A6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2AF5A-0B70-7563-CBC7-5497BC64A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1F6D2-E4B1-8B68-9DC9-0A3C2558D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05DC9-E956-9C6F-1298-EA211DC1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59CB2-151D-8C11-3B1E-4165CD7D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86357-FE5A-AD1D-0202-EF813884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490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80D0-59F4-547F-E9EE-A7B15531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F72EC-9998-25FF-057F-C53FDD6D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7A6B7-D6FB-081E-1ACF-99392849C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754C5-A892-4E24-E8CF-0604E476E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CFA5E-75DF-B041-4A67-0AF478363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0066-A2EF-9630-8162-40DE94D2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0CF3-68C7-E449-467D-B772339E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47BB3-FF64-2D1C-477C-0CBFC0F4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447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1094-0DCC-B117-9E27-E99FEEB1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9EB2CF-30A2-9E17-6228-C6AED73ED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C5F10-5699-5567-534E-5B792170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D0678-BD19-2362-3DE5-2DE57077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1902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65ECD-79EC-699C-33FF-0D437069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1C4BF-858E-D8FD-7316-1A104872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7328C-7570-FB8D-E50B-89A7A4A3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416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A8DB-18C9-F19F-F463-C4205B04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6E63E-450F-D74C-2C63-DA487CB1B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BEC8B-AF7C-54FC-7D52-922685CB2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E9AE5-6279-1CCB-E6EA-E5D3186B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3DCFD-FC4A-2085-44F1-5AEBE751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7E902-CF43-8B9E-B572-DEC93432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301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BD07-97A0-EFC2-1C3B-B4CF0216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D9A81-08EF-5C16-F306-47B8A61DD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2C203-6129-EEA4-784D-012D9A1F5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40568-C340-B65A-5BBF-403FC4DA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04392-759F-172A-76AD-A4F91525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FEA7D-952D-2C80-01C9-4A682F22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0897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5FE9-73D0-8BAF-E2E5-ED79ABA7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976E0-BC24-8698-A22E-7C9F6CA4B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C14EB-98EF-E4F5-33E7-1490B8FC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AE2A4-D098-3519-3665-DA2C0A28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DBB0-159D-20E3-485A-DEFE0EC5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664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EF021-8A11-8742-CCB8-B9E044298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8FE51-0E17-6239-516A-161B93C88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8349A-F934-494B-3A9D-16ED0F76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41884-5A5D-C418-9197-72CE2DD2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44F76-5255-6518-90BC-54F84E68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134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934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4018FFBB-4479-A913-ACB7-5DE8E1C016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5856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B3970416-2496-AFE0-E867-DCDA2C0DAD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3824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3">
            <a:extLst>
              <a:ext uri="{FF2B5EF4-FFF2-40B4-BE49-F238E27FC236}">
                <a16:creationId xmlns:a16="http://schemas.microsoft.com/office/drawing/2014/main" id="{2C545D21-4918-A761-D252-CA6D1E3401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2168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3">
            <a:extLst>
              <a:ext uri="{FF2B5EF4-FFF2-40B4-BE49-F238E27FC236}">
                <a16:creationId xmlns:a16="http://schemas.microsoft.com/office/drawing/2014/main" id="{C5F11D73-CB94-DBFF-14B6-7CBB692AEB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5144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5517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4F16A0-3EF5-6890-D53C-3C2E702895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395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8C5E5-D60B-563F-85C2-B2E35104C6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115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F19D51C-ACC3-7336-F34E-BBDC73382B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787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3216595-6F1D-C755-1579-EB99760DBE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158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A8E5C46-FEB0-35B4-5825-B3B1EC7056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5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78252C6-1B99-55F0-AB4E-6D602F6DD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8022"/>
            <a:ext cx="1514650" cy="6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045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A5D7A5-0A77-8F79-36FD-C12AE0FA4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962D-6F93-124A-F1A1-681D0418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F06F6-15FF-311E-8A4B-E58FE59E0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1A258-37CC-4613-9A40-12550CFF5C16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A1FCD-CA68-4716-18E2-FDCCEAC42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8273-C428-803F-1BE1-2F614BA5E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78223-3946-41EE-A5A3-3E9704A95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20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4384E-FD95-9066-779A-980056CD8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911C4-A3B1-73E2-D67E-0E76196C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0F7B-7829-FC91-645B-F86E2D753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F690B-8972-4AA6-A337-F1E171FD3A49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941C0-8486-A30E-E0B3-4CD0C4F9B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DBB3-61D0-27C5-5FFE-EB1F521CC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E841A-9F65-41F3-B0BC-863610E0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50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3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3B84-CA30-D287-C6D4-88E6F494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defRPr sz="2800" b="1">
                <a:solidFill>
                  <a:srgbClr val="232D3C"/>
                </a:solidFill>
              </a:defRPr>
            </a:pPr>
            <a:r>
              <a:t>Linux Signal-Based Process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192AA-BAC5-5FAD-D978-557E45EEA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3531"/>
          </a:xfrm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Operating Systems &amp; Systems Programming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Hackathon Project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Language: C  |  Platform: Ubuntu Linux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Goal: Build a simple utility to pause, resume, terminate, monitor, and restart a managed process.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rPr lang="en-IN" b="1" dirty="0"/>
              <a:t>Team Members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rPr lang="en-IN" dirty="0"/>
              <a:t>2520030035  M. Rakesh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rPr lang="en-IN" dirty="0"/>
              <a:t>2520030448  Abhishek Kumar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rPr lang="en-IN" dirty="0"/>
              <a:t>2520030495  G. Shashank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18D660-7E61-9494-35E3-FA43F0B8B2A7}"/>
                  </a:ext>
                </a:extLst>
              </p14:cNvPr>
              <p14:cNvContentPartPr/>
              <p14:nvPr/>
            </p14:nvContentPartPr>
            <p14:xfrm>
              <a:off x="1087181" y="2264589"/>
              <a:ext cx="3960" cy="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18D660-7E61-9494-35E3-FA43F0B8B2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2861" y="2260269"/>
                <a:ext cx="12600" cy="1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95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460E-1C99-7819-5C37-041E8F0C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defRPr sz="2800" b="1">
                <a:solidFill>
                  <a:srgbClr val="232D3C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F3BE4-8358-6A73-B32A-25781646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Problem: Managing processes through separate terminal commands can be inconvenient and error-prone.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Objective: Build a menu-driven Linux utility that controls a test process using operating-system signals.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Core objectives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Launch and identify a child process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Pause, resume, and terminate it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Check child-state events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Restart by launching a new process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Handle invalid input and clean up on exit</a:t>
            </a:r>
          </a:p>
        </p:txBody>
      </p:sp>
    </p:spTree>
    <p:extLst>
      <p:ext uri="{BB962C8B-B14F-4D97-AF65-F5344CB8AC3E}">
        <p14:creationId xmlns:p14="http://schemas.microsoft.com/office/powerpoint/2010/main" val="230319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D560-5630-0F6F-01B2-569CB635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defRPr sz="2800" b="1">
                <a:solidFill>
                  <a:srgbClr val="232D3C"/>
                </a:solidFill>
              </a:defRPr>
            </a:pPr>
            <a:r>
              <a:t>System Design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69835-2E1A-2C3F-317D-C16359C3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1. Start controller and display the menu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2. fork() creates a child process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3. execvp() runs the test program: sleep 300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4. Parent sends signals based on the user's choice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5. waitpid() collects child-state and termination information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6. Restart terminates/reaps the old child and launches a new one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Architecture: User → Menu/controller → Linux process APIs → Managed child process</a:t>
            </a:r>
          </a:p>
        </p:txBody>
      </p:sp>
    </p:spTree>
    <p:extLst>
      <p:ext uri="{BB962C8B-B14F-4D97-AF65-F5344CB8AC3E}">
        <p14:creationId xmlns:p14="http://schemas.microsoft.com/office/powerpoint/2010/main" val="16447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2B30-8855-17BD-8076-6467CCA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defRPr sz="2800" b="1">
                <a:solidFill>
                  <a:srgbClr val="232D3C"/>
                </a:solidFill>
              </a:defRPr>
            </a:pPr>
            <a:r>
              <a:t>Implementation: Key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FC49C-963A-CA21-BA7E-734ACAEF6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000"/>
          </a:xfrm>
        </p:spPr>
        <p:txBody>
          <a:bodyPr wrap="square">
            <a:noAutofit/>
          </a:bodyPr>
          <a:lstStyle/>
          <a:p>
            <a:pPr lvl="0"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fork() — creates a child process; returns 0 in the child and the child PID in the parent.</a:t>
            </a:r>
            <a:endParaRPr lang="en-IN" sz="1800" b="1" dirty="0"/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execvp() — replaces the child program with the requested command.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kill(pid, signal) — sends a signal to a process.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SIGSTOP: stop process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SIGCONT: continue a stopped process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SIGTERM: request termination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waitpid() — observes child-state changes and collects termination status.</a:t>
            </a:r>
          </a:p>
          <a:p>
            <a:pPr>
              <a:spcAft>
                <a:spcPts val="1000"/>
              </a:spcAft>
              <a:defRPr sz="1700">
                <a:solidFill>
                  <a:srgbClr val="232D3C"/>
                </a:solidFill>
              </a:defRPr>
            </a:pPr>
            <a:r>
              <a:t>Input/error handling — validates menu input and reports system-call failures.</a:t>
            </a:r>
          </a:p>
        </p:txBody>
      </p:sp>
    </p:spTree>
    <p:extLst>
      <p:ext uri="{BB962C8B-B14F-4D97-AF65-F5344CB8AC3E}">
        <p14:creationId xmlns:p14="http://schemas.microsoft.com/office/powerpoint/2010/main" val="187539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6A26-194D-AD14-8951-CF161245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defRPr sz="2800" b="1">
                <a:solidFill>
                  <a:srgbClr val="232D3C"/>
                </a:solidFill>
              </a:defRPr>
            </a:pPr>
            <a:r>
              <a:t>Testing, Outcome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Test plan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Pause: verify STAT shows T using ps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Resume: verify the process is no longer stopped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Status: inspect reported child-state events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Terminate: confirm child exits and is reaped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Restart: confirm a new PID is printed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• Invalid input / Exit: verify safe handling and cleanup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Outcome: Demonstrates process creation, execution, signals, state monitoring, and cleanup.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</a:defRPr>
            </a:pPr>
            <a:r>
              <a:t>Future work: process list, multiple-process support, user-selected commands, and a refreshed status dashboard.</a:t>
            </a:r>
          </a:p>
        </p:txBody>
      </p:sp>
    </p:spTree>
    <p:extLst>
      <p:ext uri="{BB962C8B-B14F-4D97-AF65-F5344CB8AC3E}">
        <p14:creationId xmlns:p14="http://schemas.microsoft.com/office/powerpoint/2010/main" val="103116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14181</TotalTime>
  <Words>4218</Words>
  <Application>Microsoft Office PowerPoint</Application>
  <PresentationFormat>Widescreen</PresentationFormat>
  <Paragraphs>422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Gill Sans MT</vt:lpstr>
      <vt:lpstr>Google Sans Text</vt:lpstr>
      <vt:lpstr>Office Theme</vt:lpstr>
      <vt:lpstr>Custom Design</vt:lpstr>
      <vt:lpstr>Gallery</vt:lpstr>
      <vt:lpstr>Pulse width modulation (PWM)</vt:lpstr>
      <vt:lpstr>Duty Cycle</vt:lpstr>
      <vt:lpstr>Duty Cycle</vt:lpstr>
      <vt:lpstr>PWM application and advantage</vt:lpstr>
      <vt:lpstr>STM32 Timers</vt:lpstr>
      <vt:lpstr>STM 32 Timers</vt:lpstr>
      <vt:lpstr>PWM modes </vt:lpstr>
      <vt:lpstr>STM32 Counter mode(Edge-aligned)</vt:lpstr>
      <vt:lpstr>PWM (Pulse Width Modulation) Signal Generation (counter) Modes</vt:lpstr>
      <vt:lpstr>STM32 Counting mode(Center-Aligned) </vt:lpstr>
      <vt:lpstr>PWM Frequency and Duty Cycle Formulas </vt:lpstr>
      <vt:lpstr>Problem</vt:lpstr>
      <vt:lpstr>STM 32 Timers</vt:lpstr>
      <vt:lpstr>Without Advanced Timers (Standard Timer + Software) </vt:lpstr>
      <vt:lpstr>With Advanced Timers (TIM1 / TIM8 Hardware) </vt:lpstr>
      <vt:lpstr>Dead time</vt:lpstr>
      <vt:lpstr>Break Input Logic</vt:lpstr>
      <vt:lpstr>The Problem: Why Direct Writes into ARR Cause Glitches </vt:lpstr>
      <vt:lpstr>Solution to mid cycle corruption (Glitch-free Update)</vt:lpstr>
      <vt:lpstr>PowerPoint Presentation</vt:lpstr>
      <vt:lpstr>Electric motor</vt:lpstr>
      <vt:lpstr>AC and DC motors</vt:lpstr>
      <vt:lpstr>DC Motor types: (Brushed motor) (NOT in Syllabus)</vt:lpstr>
      <vt:lpstr>Working principle: (NOT in Syllabus)</vt:lpstr>
      <vt:lpstr>Brushed Motor (NOT in Syllabus)</vt:lpstr>
      <vt:lpstr>Brushless DC motor</vt:lpstr>
      <vt:lpstr>Brushless DC motor</vt:lpstr>
      <vt:lpstr>Working Principle</vt:lpstr>
      <vt:lpstr>Six-Step (Trapezoidal) Commutation</vt:lpstr>
      <vt:lpstr>Six-Step (Trapezoidal) Commutation</vt:lpstr>
      <vt:lpstr>Characteristics of Six-Step Commutation </vt:lpstr>
      <vt:lpstr>Electronic Commutation</vt:lpstr>
      <vt:lpstr>Electronic driver</vt:lpstr>
      <vt:lpstr>Hall Sensors and the Commutation Table</vt:lpstr>
      <vt:lpstr>Commutation table</vt:lpstr>
      <vt:lpstr>PWM Strategies in Six-Step Control</vt:lpstr>
      <vt:lpstr>BLDC Motor Driver Protection</vt:lpstr>
      <vt:lpstr>BLDC common problem, cause and fix </vt:lpstr>
      <vt:lpstr>Sensored control vs Sensorless control in BLDC</vt:lpstr>
      <vt:lpstr>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Purva Sharma</dc:creator>
  <cp:lastModifiedBy>Purva Sharma</cp:lastModifiedBy>
  <cp:revision>131</cp:revision>
  <dcterms:created xsi:type="dcterms:W3CDTF">2026-07-25T06:25:06Z</dcterms:created>
  <dcterms:modified xsi:type="dcterms:W3CDTF">2026-08-18T15:38:42Z</dcterms:modified>
</cp:coreProperties>
</file>